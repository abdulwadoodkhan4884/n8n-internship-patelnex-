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161C4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05840"/>
            <a:ext cx="3291840" cy="3291840"/>
          </a:xfrm>
          <a:prstGeom prst="ellipse">
            <a:avLst/>
          </a:prstGeom>
          <a:solidFill>
            <a:srgbClr val="232B5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7936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6888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KNOWLEDGE ASSISTANT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3337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Generation System for Company Knowledge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8368" y="4069080"/>
            <a:ext cx="2194560" cy="0"/>
          </a:xfrm>
          <a:prstGeom prst="line">
            <a:avLst/>
          </a:prstGeom>
          <a:noFill/>
          <a:ln w="25400">
            <a:solidFill>
              <a:srgbClr val="21C7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297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Pvt. Ltd.  •  AI Automation Internship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Capstone Presentation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Wadood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lose hours every week searching for information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733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Silos &amp; Search Friction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fails on phrasing mismatches — “time off” misses “Leave Absence Policy” entirely.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18123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6733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"Shoulder-Tap" Drain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46520" y="22860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staff and HR are constantly interrupted with repetitive questions, breaking deep-work focus.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405262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136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Information Reliance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52628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Hard-to-find documents push employees toward memory or peers — often outdated or deprecated.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6576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405262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9136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Hallucination Risk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46520" y="452628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LLM will confidently invent policies that don't exist — a real legal and operational liability.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Pvt. Ltd.  •  AI Automation Internship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existing process — manual, slow, and dead-ended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5168" y="28346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0968" y="30358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641" y="316748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6608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has a question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556" y="3447288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95448" y="28346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581248" y="30358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921" y="3167482"/>
            <a:ext cx="285293" cy="28529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986888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searches Drive, intranet, PDFs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836" y="3447288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135728" y="28346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5821528" y="30358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201" y="3167482"/>
            <a:ext cx="285293" cy="28529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27168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fails / dead end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7116" y="3447288"/>
            <a:ext cx="237744" cy="23774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376008" y="28346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8061808" y="30358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481" y="3167482"/>
            <a:ext cx="285293" cy="28529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467448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manager or HR on Slack/email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7396" y="3447288"/>
            <a:ext cx="237744" cy="237744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616288" y="28346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DEEEE"/>
          </a:solidFill>
          <a:ln w="12700">
            <a:solidFill>
              <a:srgbClr val="F0C4C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5"/>
          <p:cNvSpPr/>
          <p:nvPr/>
        </p:nvSpPr>
        <p:spPr>
          <a:xfrm>
            <a:off x="10302088" y="3035808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3761" y="3167482"/>
            <a:ext cx="285293" cy="285293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707728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— 15+ minutes, often longer</a:t>
            </a:r>
            <a:endParaRPr lang="en-US" sz="1000" dirty="0"/>
          </a:p>
        </p:txBody>
      </p:sp>
      <p:sp>
        <p:nvSpPr>
          <p:cNvPr id="28" name="Text 17"/>
          <p:cNvSpPr/>
          <p:nvPr/>
        </p:nvSpPr>
        <p:spPr>
          <a:xfrm>
            <a:off x="548640" y="48920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15+ minutes lost per query, and constant interruptions to senior staff.</a:t>
            </a:r>
            <a:endParaRPr lang="en-US" sz="1500" dirty="0"/>
          </a:p>
        </p:txBody>
      </p:sp>
      <p:sp>
        <p:nvSpPr>
          <p:cNvPr id="29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Pvt. Ltd.  •  AI Automation Internship</a:t>
            </a:r>
            <a:endParaRPr lang="en-US" sz="1000" dirty="0"/>
          </a:p>
        </p:txBody>
      </p:sp>
      <p:sp>
        <p:nvSpPr>
          <p:cNvPr id="30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grounded RAG pipeline — not a guessing chatbot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733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Architecture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policies and SOPs are converted into embeddings and stored in Supabase pgvector.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18123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6733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46520" y="22860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triggers a similarity search — only relevant passages are sent to the LLM.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405262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136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Source-Aware Citations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52628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answer cites the exact internal category or document it drew from.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6576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931920"/>
            <a:ext cx="502920" cy="50292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405262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9136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&amp; Human Escalation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46520" y="452628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found → the AI says so honestly and routes the question to a human.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Pvt. Ltd.  •  AI Automation Internship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43032" cy="502920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/>
        </p:spPr>
      </p:sp>
      <p:pic>
        <p:nvPicPr>
          <p:cNvPr id="5" name="Image 0" descr="/mnt/user-data/outputs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08760"/>
            <a:ext cx="10177272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Pvt. Ltd.  •  AI Automation Internship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powering the assistant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16733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6214" y="180502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331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accepts questions, renders answers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83580" y="16733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254" y="180502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2331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(Docker)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80560" y="27157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routing, validation, AI chaining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32620" y="16733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4294" y="180502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2331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(pgvector)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0" y="27157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for embedded documents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34540" y="40965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214" y="422818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4754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1520" y="513892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openai/gpt-oss-120b — grounded answer generation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840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83580" y="40965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5254" y="422818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34840" y="4754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80560" y="513892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gemini-embedding-001 — text-to-vector embeddings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840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532620" y="40965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4294" y="422818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83880" y="4754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29600" y="513892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escalation notifications for unanswered queries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Pvt. Ltd.  •  AI Automation Internship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n8n workflows make up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318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087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77840" y="1508760"/>
            <a:ext cx="52422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company knowledge entries into embeddings and stores them in Supabase.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788920"/>
            <a:ext cx="548640" cy="54864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29205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697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(Trigger + Validation + Auth)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77840" y="2697480"/>
            <a:ext cx="52422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intake, input validation, and x-api-key authentication before any logic runs.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1093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86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RAG Pipeline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77840" y="3886200"/>
            <a:ext cx="52422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retrieval + grounded answer generation with source citation.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93776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5166360"/>
            <a:ext cx="548640" cy="54864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52980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0749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Error Handler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77840" y="5074920"/>
            <a:ext cx="52422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unhandled failures from any linked workflow and alerts the admin.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Pvt. Ltd.  •  AI Automation Internship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is used — and constrained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733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answers from open knowledge — only from context retrieved for that specific question.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18123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6733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Grounding Rules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46520" y="22860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requires answers drawn only from provided context, with an explicit fallback rule.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405262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136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52628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references the knowledge category it was drawn from — HR Policy, Products, or Support.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6576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405262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9136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46520" y="452628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questions are logged and routed to HR rather than answered with a guess.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Pvt. Ltd.  •  AI Automation Internship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61C42"/>
          </a:solidFill>
          <a:ln/>
        </p:spPr>
      </p:sp>
      <p:sp>
        <p:nvSpPr>
          <p:cNvPr id="3" name="Shape 1"/>
          <p:cNvSpPr/>
          <p:nvPr/>
        </p:nvSpPr>
        <p:spPr>
          <a:xfrm>
            <a:off x="5592928" y="1280160"/>
            <a:ext cx="1005840" cy="100584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52156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603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question  →  Retrieval  →  Grounded AI answer  →  Source citation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4114800"/>
            <a:ext cx="94484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casual leaves are allowed?”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4572000"/>
            <a:ext cx="94484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integrations do you support?”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5029200"/>
            <a:ext cx="94484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your company's stock price?”  →  honest fallback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Pvt. Ltd.  •  AI Automation Internship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the real world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Node-Level Handling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320040" cy="32004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2362810"/>
            <a:ext cx="166421" cy="1664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1284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Fail — up to 3 attempts on external API calls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3063240"/>
            <a:ext cx="320040" cy="32004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90" y="3140050"/>
            <a:ext cx="166421" cy="1664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99008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on Fail routes failures to a dedicated branch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68680" y="3840480"/>
            <a:ext cx="320040" cy="32004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3917290"/>
            <a:ext cx="166421" cy="1664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76732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logged to Supabase before any response is sent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68680" y="4617720"/>
            <a:ext cx="320040" cy="32004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90" y="4694530"/>
            <a:ext cx="166421" cy="1664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454456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notified by email for every caught failure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263640" y="14630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58368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Workflow-Level Handling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583680" y="2286000"/>
            <a:ext cx="320040" cy="32004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0490" y="2362810"/>
            <a:ext cx="166421" cy="16642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40880" y="221284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Global Error Handler workflow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583680" y="3063240"/>
            <a:ext cx="320040" cy="32004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0490" y="3140050"/>
            <a:ext cx="166421" cy="16642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040880" y="299008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Trigger node catches any unhandled failure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583680" y="3840480"/>
            <a:ext cx="320040" cy="32004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0490" y="3917290"/>
            <a:ext cx="166421" cy="16642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040880" y="376732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every workflow via workflow-level Settings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6583680" y="4617720"/>
            <a:ext cx="320040" cy="32004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0490" y="4694530"/>
            <a:ext cx="166421" cy="166421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040880" y="454456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safety net beyond individual node retries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Pvt. Ltd.  •  AI Automation Internship</a:t>
            </a:r>
            <a:endParaRPr lang="en-US" sz="1000" dirty="0"/>
          </a:p>
        </p:txBody>
      </p:sp>
      <p:sp>
        <p:nvSpPr>
          <p:cNvPr id="33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measures in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733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Credential Storage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keys and database credentials live only in n8n's encrypted credential manager — never in code or docs.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18123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6733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Authentication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46520" y="22860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requires a valid x-api-key header; requests without it are rejected before any logic runs.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405262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136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52628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connection is scoped strictly to the knowledge base table it needs to operate 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6576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405262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9136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Rotation Discipline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46520" y="452628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previously exposed API key was identified and rotated as part of a full security audit.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Pvt. Ltd.  •  AI Automation Internship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business benefits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5148" y="21945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61C42"/>
          </a:solidFill>
          <a:ln w="15875">
            <a:solidFill>
              <a:srgbClr val="21C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8028" y="26060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 → &lt;5 sec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9468" y="37490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find a policy answer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5628" y="21945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61C42"/>
          </a:solidFill>
          <a:ln w="15875">
            <a:solidFill>
              <a:srgbClr val="21C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8508" y="26060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40%+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609948" y="37490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routine tickets to HR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76108" y="219456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61C42"/>
          </a:solidFill>
          <a:ln w="15875">
            <a:solidFill>
              <a:srgbClr val="21C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8988" y="26060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450428" y="37490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policy answers — grounded or fallback only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Pvt. Ltd.  •  AI Automation Internship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D97F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09928"/>
            <a:ext cx="921989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currently covers a limited set of HR, product, and support entries — not the full document library.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880360"/>
            <a:ext cx="548640" cy="548640"/>
          </a:xfrm>
          <a:prstGeom prst="ellipse">
            <a:avLst/>
          </a:prstGeom>
          <a:solidFill>
            <a:srgbClr val="D97F4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30120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807208"/>
            <a:ext cx="921989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output enforcement is not yet applied end-to-end; answers return as cited natural-language text.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79476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D97F4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10931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904488"/>
            <a:ext cx="921989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human-escalation branch (auto ticket + HR email) is designed but not fully wired into production.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89204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5074920"/>
            <a:ext cx="548640" cy="548640"/>
          </a:xfrm>
          <a:prstGeom prst="ellipse">
            <a:avLst/>
          </a:prstGeom>
          <a:solidFill>
            <a:srgbClr val="D97F4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520659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5001768"/>
            <a:ext cx="921989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Single-language support only, for now.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Pvt. Ltd.  •  AI Automation Internship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1160" y="187452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7544" y="161848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7544" y="16184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86688" y="2258568"/>
            <a:ext cx="493776" cy="493776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194" y="2377074"/>
            <a:ext cx="256764" cy="2567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0888" y="2898648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Structured Output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8320" y="3502152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JSON schema enforcement for reliable downstream parsing.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22296" y="187452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08680" y="161848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08680" y="16184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617824" y="2258568"/>
            <a:ext cx="493776" cy="493776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330" y="2377074"/>
            <a:ext cx="256764" cy="2567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32024" y="2898648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Escalation Branch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959456" y="3502152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ticket creation and HR email routing for unanswered queries.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053432" y="187452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39816" y="161848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39816" y="16184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848960" y="2258568"/>
            <a:ext cx="493776" cy="493776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466" y="2377074"/>
            <a:ext cx="256764" cy="2567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63160" y="2898648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Knowledge Base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190592" y="3502152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 syncing from the full company document library.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284568" y="187452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70952" y="161848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070952" y="16184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080096" y="2258568"/>
            <a:ext cx="493776" cy="493776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602" y="2377074"/>
            <a:ext cx="256764" cy="25676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94296" y="2898648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421728" y="3502152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follow-up questions without repeating context.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9515704" y="187452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302088" y="161848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0302088" y="16184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10311232" y="2258568"/>
            <a:ext cx="493776" cy="493776"/>
          </a:xfrm>
          <a:prstGeom prst="ellipse">
            <a:avLst/>
          </a:prstGeom>
          <a:solidFill>
            <a:srgbClr val="F6F8FC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9738" y="2377074"/>
            <a:ext cx="256764" cy="25676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625432" y="2898648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9652864" y="3502152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local Docker to a monitored, hosted n8n environment.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Pvt. Ltd.  •  AI Automation Internship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161C42"/>
          </a:solidFill>
          <a:ln/>
        </p:spPr>
      </p:sp>
      <p:sp>
        <p:nvSpPr>
          <p:cNvPr id="3" name="Shape 1"/>
          <p:cNvSpPr/>
          <p:nvPr/>
        </p:nvSpPr>
        <p:spPr>
          <a:xfrm>
            <a:off x="5638648" y="1463040"/>
            <a:ext cx="914400" cy="914400"/>
          </a:xfrm>
          <a:prstGeom prst="ellipse">
            <a:avLst/>
          </a:prstGeom>
          <a:solidFill>
            <a:srgbClr val="21C7A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8104" y="16824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3337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Wadood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53949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Petalnex Pvt. Ltd. — AI Automation Internship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2026-08-30T07:09:33Z</dcterms:created>
  <dcterms:modified xsi:type="dcterms:W3CDTF">2026-08-30T07:09:33Z</dcterms:modified>
</cp:coreProperties>
</file>